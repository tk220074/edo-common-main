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7B0A5-4D03-0CAB-ED3F-AFE83C905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F69AE5-B90C-76F7-59FE-2E64E0B50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FB1974-F135-E5A6-43B0-C6F5E9C72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F09947-FA35-8468-7AC7-C4ACAF32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E4EFC4-3933-0FBE-0C80-21AB9CD0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05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276E22-777F-8CB7-39FB-FB9FFF2E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C97599-52BF-055D-666B-EBF02850B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312422-083C-3936-B3A6-ED943F8E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F57BE7-A436-A844-37F1-2B378C79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D2D44A-18C1-0AD2-0975-D11099EFF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4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47ED76-85AE-509F-85B7-A69917BB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5077B0-0EE9-4426-1235-058DC213D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3099A4-E7BA-8CEA-0D67-628FA25F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7C03E-053C-BED1-1A50-32730170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E7A588-6F83-AE8E-B63B-120BB62A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50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C3C1C-9B3D-0481-17FC-67E5D2D9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CF9631-4A63-471A-4BE7-71436BFF0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6A7D8C-23C0-654D-9BE6-FDB31BD3B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0270AC-AA9F-4397-8B5C-B553FF32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9B39D1-5B15-CA4D-898B-20E0AF769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A4FB2F-82B3-5FF7-D6C2-8886D75FF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953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6B9BC-76BF-9824-BDBD-71E8CC1B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9706F1-D4AC-07D7-66C8-926D4078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68FA05-89B0-3BCC-C160-548908EF2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186D0F-E7E5-4ECB-108A-E0F963283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AE2E261-B9C6-893E-FCBE-E647702F6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DD0DFDF-B527-5A80-B8CA-241C9334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FA13583-9011-9EF4-894B-307139B8F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FE2E39-1747-0E0A-C64B-6B355D44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576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544C36-7C2F-E601-1840-A37E737D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C4E257-AD36-0175-B0D2-BF23D8D2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1946D93-C18C-1A6A-CB37-DB75DA25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5BC6538-2228-3F09-AA8E-09A4AC0C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113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6E9811-E694-1BFD-C8FB-5F7F9DCA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3489AF-BB65-3F9E-3C83-BB9FF339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FC5E9E-588E-CD3C-EA08-688E00EE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22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0322A6-BE47-7FED-E34B-CBFB7512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5D8196-D598-8EDB-2C8F-EC1984584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911A01-23ED-599A-1B31-88CDB8051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B3D448-FD6E-E039-65A0-34C9C7575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4E4C2D-4310-EDDB-D8F9-4EF62F9D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0C0052-597F-52C7-FA9B-70475170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048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6EB97E-6D1C-0EB2-D1BE-122EB32C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603371-19E7-D3AE-4385-437317291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88D022-A1C3-9E79-3850-5A3DFD9E3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6EBADA-D482-CFBB-C5CD-5891153C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97045B-A8C6-6186-A9A6-812282B7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7291A8-4720-DB57-1FD4-D193189F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423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2D799-32C1-6B70-6352-C2654D8F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D11F3A-8D58-A604-2839-B77B0A2DC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9BEE18-6A1F-E17A-50EB-DB5EFDBB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975D00-0578-A266-DD6B-541559E6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B91F48-2260-4DC6-0D86-95B37BE8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68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D4ACDF3-F8E9-6289-4B41-E674B0DAF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0FDEA5-4C3F-1AE6-3C6A-67151C8AF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F6F3BB-5DE2-80BA-B166-A9082F11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D1455B-91DE-9A7C-A631-2FE13BD1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76FECA-3816-AC54-AC57-184C86F3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8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1DAA147-B1C1-3C13-C650-3A0A26B6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D51E28-EB70-DF9D-ABF7-FCF5CDE4D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69DA49-0EAF-B119-7D98-CE38891FD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E1356-ED0E-46E2-BB8D-264F9779159C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3B4266-3116-5C65-7086-E000A42AF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FFA1A4-C82D-CBBC-37D4-7999CBF27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C92C8-B580-40CB-A9FB-0D983D796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73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53D7DA5-DA74-49CE-9974-1D9C5287F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94" y="794767"/>
            <a:ext cx="7002238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【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scenario</a:t>
            </a:r>
            <a:r>
              <a:rPr kumimoji="0" lang="ja-JP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データの追加方法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】</a:t>
            </a:r>
            <a:b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endParaRPr kumimoji="0" lang="en-US" altLang="ja-JP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ja-JP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該当するシナリオのフォルダを作成</a:t>
            </a:r>
            <a:b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例えば、最初に使う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tutorial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は「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0_tutorial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」というフォルダを作った。</a:t>
            </a:r>
            <a:b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endParaRPr kumimoji="0" lang="ja-JP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ja-JP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そのフォルダに </a:t>
            </a:r>
            <a:r>
              <a:rPr kumimoji="0" lang="en-US" altLang="ja-JP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list_scenario.xlsx </a:t>
            </a:r>
            <a:r>
              <a:rPr kumimoji="0" lang="ja-JP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をコピー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（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※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ファイル名は 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list_scenario.xlsx 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になっていますか？）</a:t>
            </a:r>
            <a:b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endParaRPr kumimoji="0" lang="ja-JP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ja-JP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Excel</a:t>
            </a:r>
            <a:r>
              <a:rPr kumimoji="0" lang="ja-JP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の中身を編集</a:t>
            </a:r>
            <a:endParaRPr kumimoji="0" lang="en-US" altLang="ja-JP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command 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には、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talkTextEntity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にある「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talkCommand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」のどれかを入れる。</a:t>
            </a:r>
            <a:b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普通のセリフなら入力なくて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OK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（勝手に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talk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になります）</a:t>
            </a:r>
            <a:endParaRPr kumimoji="0" lang="ja-JP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charaId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には、発話者のキャラクタ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ID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を入れる。キャラ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ID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は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list_scenario_character.xlex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を参照</a:t>
            </a:r>
            <a:endParaRPr kumimoji="0" lang="ja-JP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value 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には、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command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に対応した内容を入力</a:t>
            </a:r>
            <a:b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endParaRPr kumimoji="0" lang="ja-JP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該当するシナリオのフォルダ内に、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list_scenario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という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ScriptableObject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ができる。</a:t>
            </a:r>
            <a:b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endParaRPr kumimoji="0" lang="ja-JP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その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ScriptableObject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を、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scenario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フォルダ内にある 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listList_scenario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の該当する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ID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の場所へアタッチ。</a:t>
            </a:r>
            <a:b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例えば、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50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番目に使う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scenario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なら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Element 49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に入れる。</a:t>
            </a:r>
            <a:endParaRPr kumimoji="0" lang="en-US" altLang="ja-JP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ja-JP" sz="1100" dirty="0">
              <a:latin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ja-JP" altLang="en-US" sz="1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「使用するシナリオ番号」を、シナリオシーンに来る前に</a:t>
            </a:r>
            <a:br>
              <a:rPr kumimoji="0" lang="en-US" altLang="ja-JP" sz="1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</a:br>
            <a:r>
              <a:rPr kumimoji="0" lang="ja-JP" altLang="en-US" sz="1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　何かしらの方法で </a:t>
            </a:r>
            <a:r>
              <a:rPr kumimoji="0" lang="en-US" altLang="ja-JP" sz="1100" b="1" dirty="0" err="1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Manager_CommonGroup.instance.id_startScenario</a:t>
            </a:r>
            <a:r>
              <a:rPr kumimoji="0" lang="en-US" altLang="ja-JP" sz="1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ja-JP" altLang="en-US" sz="1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に格納しておく</a:t>
            </a:r>
            <a:endParaRPr kumimoji="0" lang="en-US" altLang="ja-JP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ja-JP" sz="1100" dirty="0">
              <a:latin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会話シーンに遷移する。（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talkStarter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にて、先の変数の値を取得している）</a:t>
            </a:r>
            <a:b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endParaRPr kumimoji="0" lang="en-US" altLang="ja-JP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ja-JP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※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ScriptableObject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生成後、それをリネームすると管理しやすい。</a:t>
            </a:r>
            <a:endParaRPr kumimoji="0" lang="en-US" altLang="ja-JP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※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しかしその後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Excel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を編集すると、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list_scenario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という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ScriptableObject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ができてしまう</a:t>
            </a:r>
            <a:b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　＝リネームされたものは上書きされないため、</a:t>
            </a:r>
            <a:r>
              <a:rPr kumimoji="0" lang="en-US" altLang="ja-JP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listList_scenario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に再度登録する必要がある。</a:t>
            </a:r>
            <a:endParaRPr kumimoji="0" lang="en-US" altLang="ja-JP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0CF5F813-AD20-E400-00D2-BA3A45028E17}"/>
              </a:ext>
            </a:extLst>
          </p:cNvPr>
          <p:cNvGrpSpPr/>
          <p:nvPr/>
        </p:nvGrpSpPr>
        <p:grpSpPr>
          <a:xfrm>
            <a:off x="7738008" y="144023"/>
            <a:ext cx="3615075" cy="2650595"/>
            <a:chOff x="7401035" y="732000"/>
            <a:chExt cx="3615075" cy="2650595"/>
          </a:xfrm>
        </p:grpSpPr>
        <p:pic>
          <p:nvPicPr>
            <p:cNvPr id="2049" name="図 1">
              <a:extLst>
                <a:ext uri="{FF2B5EF4-FFF2-40B4-BE49-F238E27FC236}">
                  <a16:creationId xmlns:a16="http://schemas.microsoft.com/office/drawing/2014/main" id="{0C524C64-86FC-605F-4AB9-0105D530D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401035" y="732000"/>
              <a:ext cx="3615075" cy="24201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F618E56D-26D9-E642-8482-A515A1F49A42}"/>
                </a:ext>
              </a:extLst>
            </p:cNvPr>
            <p:cNvSpPr txBox="1"/>
            <p:nvPr/>
          </p:nvSpPr>
          <p:spPr>
            <a:xfrm>
              <a:off x="7684770" y="3013263"/>
              <a:ext cx="187498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>
                  <a:effectLst/>
                </a:rPr>
                <a:t>↑</a:t>
              </a:r>
              <a:r>
                <a:rPr kumimoji="1" lang="en-US" altLang="ja-JP" dirty="0" err="1">
                  <a:effectLst/>
                </a:rPr>
                <a:t>talkCommand</a:t>
              </a:r>
              <a:endParaRPr kumimoji="1" lang="ja-JP" altLang="en-US" dirty="0">
                <a:effectLst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4AFEFBB-31E6-4B42-7AA7-308CA5F6659C}"/>
              </a:ext>
            </a:extLst>
          </p:cNvPr>
          <p:cNvGrpSpPr/>
          <p:nvPr/>
        </p:nvGrpSpPr>
        <p:grpSpPr>
          <a:xfrm>
            <a:off x="7684769" y="2886951"/>
            <a:ext cx="3888381" cy="1077590"/>
            <a:chOff x="7347795" y="3625607"/>
            <a:chExt cx="3888381" cy="107759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DFBA860F-FDC3-E9AD-2C03-0E4C8D085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47795" y="3625607"/>
              <a:ext cx="3888381" cy="708258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16F8BE3-9BED-828A-AD8C-B279D49D99B5}"/>
                </a:ext>
              </a:extLst>
            </p:cNvPr>
            <p:cNvSpPr txBox="1"/>
            <p:nvPr/>
          </p:nvSpPr>
          <p:spPr>
            <a:xfrm>
              <a:off x="7684769" y="4333865"/>
              <a:ext cx="187498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>
                  <a:effectLst/>
                </a:rPr>
                <a:t>↑入力例</a:t>
              </a:r>
            </a:p>
          </p:txBody>
        </p:sp>
      </p:grpSp>
      <p:pic>
        <p:nvPicPr>
          <p:cNvPr id="10" name="図 9">
            <a:extLst>
              <a:ext uri="{FF2B5EF4-FFF2-40B4-BE49-F238E27FC236}">
                <a16:creationId xmlns:a16="http://schemas.microsoft.com/office/drawing/2014/main" id="{B8925E93-BA9D-3FB0-1BC6-75D727F4F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769" y="4149207"/>
            <a:ext cx="3901889" cy="189343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15A9724-34AD-2D1A-2AC5-B4C4908F1B7B}"/>
              </a:ext>
            </a:extLst>
          </p:cNvPr>
          <p:cNvSpPr txBox="1"/>
          <p:nvPr/>
        </p:nvSpPr>
        <p:spPr>
          <a:xfrm>
            <a:off x="8065588" y="5948723"/>
            <a:ext cx="21036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effectLst/>
              </a:rPr>
              <a:t>↑シナリオ実行例</a:t>
            </a:r>
          </a:p>
        </p:txBody>
      </p:sp>
    </p:spTree>
    <p:extLst>
      <p:ext uri="{BB962C8B-B14F-4D97-AF65-F5344CB8AC3E}">
        <p14:creationId xmlns:p14="http://schemas.microsoft.com/office/powerpoint/2010/main" val="3953272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295</Words>
  <Application>Microsoft Office PowerPoint</Application>
  <PresentationFormat>ワイド画面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涼平 島村</dc:creator>
  <cp:lastModifiedBy>涼平 島村</cp:lastModifiedBy>
  <cp:revision>18</cp:revision>
  <dcterms:created xsi:type="dcterms:W3CDTF">2025-01-07T02:59:32Z</dcterms:created>
  <dcterms:modified xsi:type="dcterms:W3CDTF">2025-01-14T02:22:18Z</dcterms:modified>
</cp:coreProperties>
</file>